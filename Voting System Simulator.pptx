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2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24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1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0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4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4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5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6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9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89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80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2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11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4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2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System Using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C++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work and errors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secure voting and result display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file handling for permanent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Console-based online voting application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registration and login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Prevents duplicate voting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C++ concepts and file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secure digital voting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 voter and vote details permanently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 multiple voting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voting results efficiently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Voter Registration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Login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Voting Process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Storage using files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Program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Voter Data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Menu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Register/Login &amp; Vote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Results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Exit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Duplicate Vote Prevention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Permanent Data Storage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 Declaration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Easy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 voter registration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voting process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Vote counting completed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Winner displayed correctly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MySQL Database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Password Encryption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GUI Development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OTP/Biometric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Internet-based Voting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</a:p>
        </p:txBody>
      </p:sp>
      <p:pic>
        <p:nvPicPr>
          <p:cNvPr id="4" name="Picture 3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561" y="2489200"/>
            <a:ext cx="2890340" cy="40901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and simple voting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C++ programming concepts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digital election management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enhanced with advanced features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213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 Boardroom</vt:lpstr>
      <vt:lpstr>Online Voting System Using C++</vt:lpstr>
      <vt:lpstr>Introduction</vt:lpstr>
      <vt:lpstr>Abstract</vt:lpstr>
      <vt:lpstr>Objectives</vt:lpstr>
      <vt:lpstr> </vt:lpstr>
      <vt:lpstr>Algorithm</vt:lpstr>
      <vt:lpstr>Features</vt:lpstr>
      <vt:lpstr>Results</vt:lpstr>
      <vt:lpstr>Future Work</vt:lpstr>
      <vt:lpstr>System Flowchart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Voting System Using C++</dc:title>
  <dc:subject/>
  <dc:creator/>
  <cp:keywords/>
  <dc:description>generated using python-pptx</dc:description>
  <cp:lastModifiedBy>sai manikanta</cp:lastModifiedBy>
  <cp:revision>4</cp:revision>
  <dcterms:created xsi:type="dcterms:W3CDTF">2013-01-27T09:14:16Z</dcterms:created>
  <dcterms:modified xsi:type="dcterms:W3CDTF">2026-05-16T05:11:15Z</dcterms:modified>
  <cp:category/>
</cp:coreProperties>
</file>